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292608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HACKIIITD 2026  •  IIIT DELHI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t>ACCESSPATH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2563EB"/>
                </a:solidFill>
                <a:latin typeface="Segoe UI"/>
              </a:defRPr>
            </a:pPr>
            <a:r>
              <a:t>“Don’t just test a website. Test whether a real person can actually complete the task.”</a:t>
            </a:r>
          </a:p>
          <a:p>
            <a:pPr>
              <a:spcBef>
                <a:spcPts val="800"/>
              </a:spcBef>
              <a:defRPr sz="1500">
                <a:solidFill>
                  <a:srgbClr val="475569"/>
                </a:solidFill>
                <a:latin typeface="Segoe UI"/>
              </a:defRPr>
            </a:pPr>
            <a:r>
              <a:t>Task-Level Accessibility &amp; Usability Testing Powered by a Live AI Browser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10728655" cy="1874519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10058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THE TASK ACCESSIBILITY JOURNEY WE 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977639"/>
            <a:ext cx="2240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19659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Diverse User Persona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Mobile, Hindi-speaking, low-literacy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389120"/>
            <a:ext cx="4114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800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977639"/>
            <a:ext cx="2240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4114800"/>
            <a:ext cx="19659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Real Website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Scholarship or government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389120"/>
            <a:ext cx="4114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800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77639"/>
            <a:ext cx="2240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14800"/>
            <a:ext cx="19659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End-to-End Task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Multi-step form &amp; document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389120"/>
            <a:ext cx="4114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800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977639"/>
            <a:ext cx="2240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4114800"/>
            <a:ext cx="19659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Success vs. Hidden Barrier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Actionable fix &amp; journey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Team: [Team Name Placeholder]   |   Team Members: [Member 1, Member 2, Member 3, Member 4]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HackIIITD 2026  •  Indraprastha Institute of Information Technology Delhi (IIIT-Delhi)  •  TinyFish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THE REALITY OF MODERN WEB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“A Website Can Be Technically Accessible — And Still Impossible to Use.”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2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274320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WHAT AUDITS REPORT  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The Website Appears 100%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57200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✔   Passes standard static accessibility checklist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✔   HTML contains proper tags and color contrast passes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✔   All scholarship application pages load successfully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✔   Form input elements exist in DOM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2926080" cy="320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HUMAN EXPERIENCE   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6634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 First-Time Student Fails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66344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✖   Jargon-heavy instructions confuse Hindi-speaking users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✖   Document upload button is hidden inside mobile accordion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✖   Silent validation errors leave user stuck without recovery guidance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✖   No cue indicates what to do next — application abandoned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8655" cy="7498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96128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Core Shift:  Existing tools ask “Is the website accessible?”  ➔  AccessPath asks “Can the user complete the task?”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THE STRATEGIC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“Most Tools Check the Website. We Check the Journey.”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3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393192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475569"/>
                </a:solidFill>
                <a:latin typeface="Segoe UI"/>
              </a:defRPr>
            </a:pPr>
            <a:r>
              <a:t>TRADITIONAL SCANNERS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Static Page &amp; Code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5720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•  Evaluates isolated pages: Does not follow end-to-end user journeys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•  Static code inspection: Misses dynamic UI state changes and modals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•  Generic rule compliance: Scores contrast and tags, not human usability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•  Reports technical errors: Developers get 100+ warnings, zero context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•  Zero persona awareness: Treats every visitor as an expert desktop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463040"/>
            <a:ext cx="5166360" cy="3931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91640"/>
            <a:ext cx="4572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ACCESSPATH AI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Live Task &amp; Outcome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514600"/>
            <a:ext cx="45720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✔  Starts with a real task: “Apply for scholarship”, “Upload ration card”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 Live AI browser agent: Executes real clicks, keystrokes, and form steps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 Simulates target personas: Mobile, Hindi-speaking, low digital-literacy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 Pinpoints exact failure: Identifies step, screen, and cognitive friction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 Task Success Score: Actionable, evidence-backed engineering 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41848"/>
            <a:ext cx="10362895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Fundamental Evolution: We move testing from Page-Level Compliance  ➔  Task-Level Usability.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Meet AccessPath AI: The 4-Step Testing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4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23744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731520" cy="320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57984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DEFINE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Task &amp; Persona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80360"/>
            <a:ext cx="215798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157984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•  Target Website URL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Goal: 'Apply for scholarship'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Persona: Mobile + Hindi speaker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Contextual constraints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463040"/>
            <a:ext cx="2523744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48456" y="1645920"/>
            <a:ext cx="731520" cy="320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103120"/>
            <a:ext cx="2157984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EXECUTE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Segoe UI"/>
              </a:defRPr>
            </a:pPr>
            <a:r>
              <a:t>Live Agent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48456" y="2880360"/>
            <a:ext cx="215798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017520"/>
            <a:ext cx="2157984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•  TinyFish launches live browser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Navigates dynamic UI elements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Fills forms &amp; inputs data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Attempts task autonomously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1463040"/>
            <a:ext cx="2523744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2512" y="1645920"/>
            <a:ext cx="731520" cy="320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03120"/>
            <a:ext cx="2157984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DETECT</a:t>
            </a:r>
          </a:p>
          <a:p>
            <a:pPr>
              <a:spcBef>
                <a:spcPts val="200"/>
              </a:spcBef>
              <a:defRPr sz="1100" b="1">
                <a:solidFill>
                  <a:srgbClr val="EF4444"/>
                </a:solidFill>
                <a:latin typeface="Segoe UI"/>
              </a:defRPr>
            </a:pPr>
            <a:r>
              <a:t>Barrier Recognition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2880360"/>
            <a:ext cx="215798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017520"/>
            <a:ext cx="2157984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•  Flags failed or blocked steps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Identifies confusing interactions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Pinpoints language friction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Catches unrecoverable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1463040"/>
            <a:ext cx="2523744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16567" y="1645920"/>
            <a:ext cx="731520" cy="3200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2103120"/>
            <a:ext cx="2157984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IMPROVE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Actionable Engineering Fix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7" y="2880360"/>
            <a:ext cx="2157984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3017520"/>
            <a:ext cx="2157984" cy="2103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Segoe UI"/>
              </a:defRPr>
            </a:pPr>
            <a:r>
              <a:t>•  Task Success Score (0-100)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Visual evidence &amp; step logs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Cognitive barrier explanation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 Recommended UI/UX 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362895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250" b="1">
                <a:solidFill>
                  <a:srgbClr val="2563EB"/>
                </a:solidFill>
                <a:latin typeface="Segoe UI"/>
              </a:defRPr>
            </a:pPr>
            <a:r>
              <a:t>Live Run Example: Portal URL + 'Apply for Scholarship' + Mobile Hindi Student ➔ Identified mobile upload barrier &amp; score of 62/100.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SYSTEM ARCHITECTURE &amp;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From User Task → Live Website → Actionable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5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393192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71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LAYER 1 : TEST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71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User &amp; Persona Input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Defines what to test and who is attempting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7180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Website Target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Live URL of portal/service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User Goal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Specific end-to-end task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Persona Profile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Device, language, digital literacy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108960"/>
            <a:ext cx="356616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63040"/>
            <a:ext cx="3337560" cy="3931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45920"/>
            <a:ext cx="2971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LAYER 2 : LIVE WEB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20240"/>
            <a:ext cx="2971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TinyFish Web Agent Engine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Autonomous live browser interaction on the real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43200"/>
            <a:ext cx="297180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Live Browser Session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Direct DOM &amp; rendered UI manipulation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Action Stream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Click, Type, Select, Scroll, Upload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Dynamic Handling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Client-side routing, popups, async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3108960"/>
            <a:ext cx="356616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463040"/>
            <a:ext cx="3337560" cy="393192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45920"/>
            <a:ext cx="2971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LAYER 3 : INTELLIGENCE &amp;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20240"/>
            <a:ext cx="2971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AccessPath Analysis Engine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Diagnostic reasoning, scoring, and 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743200"/>
            <a:ext cx="297180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Task Observation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Evaluates step progression vs persona friction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Barrier Classifier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Detects dead ends, visual &amp; language hurdles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▶  Scoring &amp; Fix Engine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Task Success Score (0-100) + Actionable 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41848"/>
            <a:ext cx="10362895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Architecture in 1 Sentence: TinyFish provides the live web interaction layer; AccessPath provides testing, diagnosis, scoring &amp; remediation.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HACKATHON INTEGRATION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Why TinyFish Is Essential: Clear Division of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6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TINYFISH AGENT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“Eyes &amp; Hands on the Web”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Live Execution &amp; Real Browser Traversal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57200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Segoe UI"/>
              </a:defRPr>
            </a:pPr>
            <a:r>
              <a:t>•  Live website navigation across multi-page flows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Multi-step interactive browser operations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Clicking, typing, dropdown selection &amp; uploads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Handling dynamic client-rendered applications (SPAs)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Executing tasks exactly as a human agent would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463040"/>
            <a:ext cx="516636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65392" y="1691640"/>
            <a:ext cx="292608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t>ACCESSPATH INTELLIGENCE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03120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“Testing, Diagnosis &amp; Decision Layer”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Cognitive Evaluation, Scoring &amp;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880360"/>
            <a:ext cx="457200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Segoe UI"/>
              </a:defRPr>
            </a:pPr>
            <a:r>
              <a:t>•  Task &amp; user persona definition parameters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Cognitive barrier detection (dead ends, confusion)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Quantitative Task Success Score calculation (0–100)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Evidence capture: screenshot, step traces &amp; log context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•  Actionable remediation &amp; UI fix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362895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Synergy: TinyFish executes the task in real-time  ➔  AccessPath evaluates whether the user succeeded, why they failed, and how to fix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WORKING PROTOTYPE &amp; HACKATHON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Our 24-Hour MVP: Feasible, Focused, and Functional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7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206240" cy="210312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84048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MVP TEST RUN INPUT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Target URL: scholarship.state.gov.in (Portal)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Goal Task: “Complete Scholarship Application”</a:t>
            </a:r>
          </a:p>
          <a:p>
            <a:pPr>
              <a:spcBef>
                <a:spcPts val="400"/>
              </a:spcBef>
              <a:defRPr sz="1200" b="0">
                <a:solidFill>
                  <a:srgbClr val="0F172A"/>
                </a:solidFill>
                <a:latin typeface="Segoe UI"/>
              </a:defRPr>
            </a:pPr>
            <a:r>
              <a:t>Persona: Mobile viewport + Hindi preference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4206240" cy="251460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84048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24-HOUR AUTOMATED PIPELINE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1. Launch TinyFish agent with mobile viewport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2. Attempt multi-step registration workflow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3. Track DOM interaction &amp; UI response times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4. Intercept barrier at Step 9 (Document upload)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5. Compile audit payload &amp; calculate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463040"/>
            <a:ext cx="624809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645920"/>
            <a:ext cx="5882335" cy="3657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000" b="1">
                <a:solidFill>
                  <a:srgbClr val="475569"/>
                </a:solidFill>
                <a:latin typeface="Segoe UI"/>
              </a:defRPr>
            </a:pPr>
            <a:r>
              <a:t>ACCESSPATH AUDIT CONSOLE  •  TEST RUN ID: #AP-8842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148840"/>
            <a:ext cx="2194560" cy="14630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240280"/>
            <a:ext cx="201168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TASK SUCCESS SCORE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t>62 / 100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STATUS: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148840"/>
            <a:ext cx="3547872" cy="146304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240280"/>
            <a:ext cx="320040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Segoe UI"/>
              </a:defRPr>
            </a:pPr>
            <a:r>
              <a:t>STEP BREAKDOWN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✅ Completed Steps: 8 / 11 steps successful (Landing, Form fields)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⚠️ Blocked Friction: 2 interactions with significant delay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🔴 Critical Barrier: 1 unrecoverable blocker at upload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749039"/>
            <a:ext cx="5882335" cy="228600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886200"/>
            <a:ext cx="548640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IDENTIFIED BARRIER &amp; RECOMMENDED FIX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🔴 Critical Barrier: Document upload control collapsed inside hidden mobile accordion.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Evidence: On 375px mobile viewport, upload input lacks visible label in Hindi; user is offered no feedback when file format rejects silently.</a:t>
            </a:r>
          </a:p>
          <a:p>
            <a:pPr>
              <a:spcBef>
                <a:spcPts val="800"/>
              </a:spcBef>
              <a:defRPr sz="1150" b="1">
                <a:solidFill>
                  <a:srgbClr val="10B981"/>
                </a:solidFill>
                <a:latin typeface="Segoe UI"/>
              </a:defRPr>
            </a:pPr>
            <a:r>
              <a:t>💡 Recommended Fix: Un-collapse upload control by default on mobile viewports. Provide explicit bilingual format hints (PDF/JPEG &lt; 2MB) and prominent error toast.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MARKET DIFFERENTIATION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Why AccessPath Can Matter: Value, Reach,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8 /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7180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UNIQUE ADVANTAGES</a:t>
            </a:r>
          </a:p>
          <a:p>
            <a:pPr>
              <a:spcBef>
                <a:spcPts val="3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Core Differentiators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Task-First Testing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Tests what users actually need to accomplish, not isolated syntax rules.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Persona-Aware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Recognizes that mobile, elderly, and rural users experience the same site differently.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Live-Web Autonomous Agent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Executes multi-step browser workflows via TinyFish, capturing dynamic state friction.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✔ Actionable Remediation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Reports exact step failure with evidence and engineering-ready fixes.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7180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TARGET SECTORS</a:t>
            </a:r>
          </a:p>
          <a:p>
            <a:pPr>
              <a:spcBef>
                <a:spcPts val="3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High-Stakes Portals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🏛 Government Public Portals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Scholarships, ration cards, licenses, and DBT welfare distribution.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🏛 Universities &amp; Colleges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Admissions, entrance test applications, and fee payment portals.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🏛 Banking &amp; FinTech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Digital KYC onboarding, micro-credit applications, insurance claims.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🏛 Healthcare &amp; Telemedicine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Appointment booking, diagnostic report downloads, health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37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7180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GROWTH ROADMAP</a:t>
            </a:r>
          </a:p>
          <a:p>
            <a:pPr>
              <a:spcBef>
                <a:spcPts val="3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Phased Scalability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➔ Phase 1: 24-Hour Prototype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Single task, single website target, automated barrier identification.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➔ Phase 2: Multi-Persona Matrix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Batch evaluation across mobile, regional languages &amp; assistive profiles.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➔ Phase 3: CI/CD Pipeline Plug-in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Automated accessibility regression testing on pull requests.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➔ Phase 4: Continuous Enterprise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Organization-wide accessibility health monitoring across full web estate.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VISION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“Accessibility Should Be Measured by Outcomes.”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HackIIITD 2026 | AccessPath AI — Task-Level Accessibility &amp; Usability Platform</a:t>
            </a:r>
          </a:p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9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15544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4389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2062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TRADITIONAL CHECKLIST TESTING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“Does the website pass static technical rules?”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65960"/>
            <a:ext cx="121889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6735" y="1600200"/>
            <a:ext cx="438912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8175" y="1691640"/>
            <a:ext cx="42062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ACCESSPATH AI OUTCOME TESTING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“Can a real person actually complete the task?”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166360" cy="13258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457200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475569"/>
                </a:solidFill>
                <a:latin typeface="Segoe UI"/>
              </a:defRPr>
            </a:pPr>
            <a:r>
              <a:t>WHAT ORGANIZATIONS PROVIDE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Live Website URL  +  Target Task  +  User Persona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154680"/>
            <a:ext cx="5166360" cy="1325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291840"/>
            <a:ext cx="457200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WHAT ACCESSPATH DELIVERS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Task Success Score  +  Step Evidence  +  Actionable UI Fix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“AccessPath AI helps organizations build websites that people can actually use — not just websites that pass a checklist.”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1072865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HackIIITD 2026  •  TinyFish-Powered Web Agent Track  •  IIIT Delhi</a:t>
            </a:r>
          </a:p>
          <a:p>
            <a:pPr algn="ctr"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Team: [Team Name Placeholder]   |   Members: [Member 1, Member 2, Member 3, Member 4]   |   GitHub: [Repository 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